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D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612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JavaScript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04088" y="213969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 de programação para a web moderna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2926080"/>
            <a:ext cx="5212080" cy="274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2004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Integrantes: Mauricio Fontoura, Mateus Albuquerque e Luis Felipe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3703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UNIESP - Metodologia Ágil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822960"/>
            <a:ext cx="3749040" cy="4114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0" name="Image 0" descr="/mnt/data/j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325880"/>
            <a:ext cx="3017520" cy="3017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89520" y="5120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Objetivo do projeto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 uma pesquisa sobre JavaScript usando práticas de metodologia ágil.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" y="1645920"/>
            <a:ext cx="10835640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0195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Pesquisar a linguagem JavaScript, entender sua história, características, aplicações, vantagens e exemplos de uso.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694944" cy="69494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6791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3685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Dividir tarefas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37360" y="406908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integrante fica responsável por uma parte da pesquisa.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0" y="3703320"/>
            <a:ext cx="694944" cy="69494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86791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3685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Acompanhar progresso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40680" y="406908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Responsável, prazo, status, fonte e conclusão.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75320" y="3703320"/>
            <a:ext cx="694944" cy="69494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386791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0" y="3685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Publicar resultados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406908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organizado no repositório do GitHub.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 é JavaScript?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linguagem que deixa páginas e sistemas web interativos.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52578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é uma linguagem de programação muito usada no desenvolvimento web. Ela permite criar páginas dinâmicas, responder a ações do usuário e conectar interfaces a dados.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3429000"/>
            <a:ext cx="5120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 diretamente nos navegadores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Também pode rodar no servidor com Node.js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usada em sites, APIs, aplicativos e jogos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4937760" cy="4160520"/>
          </a:xfrm>
          <a:prstGeom prst="rect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pic>
        <p:nvPicPr>
          <p:cNvPr id="9" name="Image 0" descr="/mnt/data/js_tips.png">    </p:cNvPr>
          <p:cNvPicPr>
            <a:picLocks noChangeAspect="1"/>
          </p:cNvPicPr>
          <p:nvPr/>
        </p:nvPicPr>
        <p:blipFill>
          <a:blip r:embed="rId1"/>
          <a:srcRect l="17844" r="17844" t="0" b="0"/>
          <a:stretch/>
        </p:blipFill>
        <p:spPr>
          <a:xfrm>
            <a:off x="6629400" y="1572768"/>
            <a:ext cx="448056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História do JavaScript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ADA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criação rápida em 1995 ao uso em aplicações completas.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3154680"/>
            <a:ext cx="1014984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98648"/>
            <a:ext cx="512064" cy="51206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1995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46888" y="3694176"/>
            <a:ext cx="182880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E6E6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Criado por Brendan Eich na Netscape para tornar a web mais interativa.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3429000" y="2898648"/>
            <a:ext cx="512064" cy="51206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Mocha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61488" y="3694176"/>
            <a:ext cx="182880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E6E6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Primeiro nome da linguagem antes de se tornar LiveScript.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5943600" y="2898648"/>
            <a:ext cx="512064" cy="51206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JavaScript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76088" y="3694176"/>
            <a:ext cx="182880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E6E6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adotado depois, apesar de ser diferente de Java.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8458200" y="2898648"/>
            <a:ext cx="512064" cy="51206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ECMA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90688" y="3694176"/>
            <a:ext cx="182880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E6E6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linguagem passa a ser padronizada como ECMAScript.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10972800" y="2898648"/>
            <a:ext cx="512064" cy="51206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Hoje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0305288" y="3694176"/>
            <a:ext cx="182880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E6E6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da web moderna, usada no frontend e no backend.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Principais características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pontos que tornam JavaScript flexível e popular.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Interpretada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3611880" y="1655064"/>
            <a:ext cx="64008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4904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7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 sem etapa obrigatória de compilação no navegador.</a:t>
            </a:r>
            <a:endParaRPr lang="en-US" sz="167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Tipagem dinâmica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3611880" y="2505456"/>
            <a:ext cx="64008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3408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7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tipo da variável pode mudar conforme o valor.</a:t>
            </a:r>
            <a:endParaRPr lang="en-US" sz="1670" dirty="0"/>
          </a:p>
        </p:txBody>
      </p:sp>
      <p:sp>
        <p:nvSpPr>
          <p:cNvPr id="12" name="Text 10"/>
          <p:cNvSpPr/>
          <p:nvPr/>
        </p:nvSpPr>
        <p:spPr>
          <a:xfrm>
            <a:off x="822960" y="3209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Multi-paradigma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3611880" y="3355848"/>
            <a:ext cx="64008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1912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7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programação orientada a objetos e funcional.</a:t>
            </a:r>
            <a:endParaRPr lang="en-US" sz="1670" dirty="0"/>
          </a:p>
        </p:txBody>
      </p:sp>
      <p:sp>
        <p:nvSpPr>
          <p:cNvPr id="15" name="Text 13"/>
          <p:cNvSpPr/>
          <p:nvPr/>
        </p:nvSpPr>
        <p:spPr>
          <a:xfrm>
            <a:off x="822960" y="4059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Grande ecossistema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3611880" y="4206240"/>
            <a:ext cx="64008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0416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7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Muitas bibliotecas, frameworks e comunidade ativa.</a:t>
            </a:r>
            <a:endParaRPr lang="en-US" sz="1670" dirty="0"/>
          </a:p>
        </p:txBody>
      </p:sp>
      <p:sp>
        <p:nvSpPr>
          <p:cNvPr id="18" name="Text 16"/>
          <p:cNvSpPr/>
          <p:nvPr/>
        </p:nvSpPr>
        <p:spPr>
          <a:xfrm>
            <a:off x="822960" y="4910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Web + servidor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3611880" y="5056632"/>
            <a:ext cx="64008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48920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7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 no frontend e no backend com Node.js.</a:t>
            </a:r>
            <a:endParaRPr lang="en-US" sz="1670" dirty="0"/>
          </a:p>
        </p:txBody>
      </p:sp>
      <p:sp>
        <p:nvSpPr>
          <p:cNvPr id="21" name="Shape 19"/>
          <p:cNvSpPr/>
          <p:nvPr/>
        </p:nvSpPr>
        <p:spPr>
          <a:xfrm>
            <a:off x="10789920" y="1435608"/>
            <a:ext cx="320040" cy="43434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Exemplos de código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ADA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Sintaxe simples para começar a programar.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1572768"/>
            <a:ext cx="5029200" cy="914400"/>
          </a:xfrm>
          <a:prstGeom prst="roundRect">
            <a:avLst>
              <a:gd name="adj" fmla="val 3000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28216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console.log("Olá, mundo!");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2816352"/>
            <a:ext cx="5029200" cy="1965960"/>
          </a:xfrm>
          <a:prstGeom prst="roundRect">
            <a:avLst>
              <a:gd name="adj" fmla="val 1395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971800"/>
            <a:ext cx="470001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function somar(a, b)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return a + b;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console.log(somar(5, 3));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63640" y="1572768"/>
            <a:ext cx="5212080" cy="3209544"/>
          </a:xfrm>
          <a:prstGeom prst="roundRect">
            <a:avLst>
              <a:gd name="adj" fmla="val 855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728216"/>
            <a:ext cx="488289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let idade = 18;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(idade &gt;= 18)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console.log("Maior de idade");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 else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console.log("Menor de idade");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87552" y="544068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poucos comandos já é possível imprimir mensagens, criar funções, tomar decisões e manipular dados.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Áreas de aplicação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vai além de páginas simples.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" y="146304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72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Frontend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3154680" y="1490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 interativas em sites e sistemas web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804672" y="233172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414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Backend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154680" y="23591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Servidores, APIs e rotas com Node.js e Express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04672" y="320040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3101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Mobile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154680" y="32278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Aplicativos móveis com React Native e outras ferramentas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804672" y="40690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1788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Jogos e automação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154680" y="40965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Scripts, bots, jogos 2D e tarefas repetitivas</a:t>
            </a:r>
            <a:endParaRPr lang="en-US" sz="1720" dirty="0"/>
          </a:p>
        </p:txBody>
      </p:sp>
      <p:sp>
        <p:nvSpPr>
          <p:cNvPr id="18" name="Shape 16"/>
          <p:cNvSpPr/>
          <p:nvPr/>
        </p:nvSpPr>
        <p:spPr>
          <a:xfrm>
            <a:off x="804672" y="493776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0474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Desktop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154680" y="4965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Aplicações para computador com tecnologias web</a:t>
            </a:r>
            <a:endParaRPr lang="en-US" sz="1720" dirty="0"/>
          </a:p>
        </p:txBody>
      </p:sp>
      <p:sp>
        <p:nvSpPr>
          <p:cNvPr id="21" name="Text 19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Frameworks e bibliotecas populares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 que aceleram o desenvolvimento com JavaScript.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1444752"/>
            <a:ext cx="5577840" cy="4169664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7" name="Image 0" descr="/mnt/data/frameworks.png">    </p:cNvPr>
          <p:cNvPicPr>
            <a:picLocks noChangeAspect="1"/>
          </p:cNvPicPr>
          <p:nvPr/>
        </p:nvPicPr>
        <p:blipFill>
          <a:blip r:embed="rId1"/>
          <a:srcRect l="7217" r="7217" t="0" b="0"/>
          <a:stretch/>
        </p:blipFill>
        <p:spPr>
          <a:xfrm>
            <a:off x="914400" y="1618488"/>
            <a:ext cx="52578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5361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React</a:t>
            </a:r>
            <a:endParaRPr lang="en-US" sz="1620" dirty="0"/>
          </a:p>
        </p:txBody>
      </p:sp>
      <p:sp>
        <p:nvSpPr>
          <p:cNvPr id="9" name="Text 6"/>
          <p:cNvSpPr/>
          <p:nvPr/>
        </p:nvSpPr>
        <p:spPr>
          <a:xfrm>
            <a:off x="8641080" y="153619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interfaces por componentes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6720840" y="21579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Vue.js</a:t>
            </a: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8641080" y="215798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 modernas e progressivas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6720840" y="27797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Angular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8641080" y="277977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Aplicações web completas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6720840" y="3401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Node.js</a:t>
            </a:r>
            <a:endParaRPr lang="en-US" sz="1620" dirty="0"/>
          </a:p>
        </p:txBody>
      </p:sp>
      <p:sp>
        <p:nvSpPr>
          <p:cNvPr id="15" name="Text 12"/>
          <p:cNvSpPr/>
          <p:nvPr/>
        </p:nvSpPr>
        <p:spPr>
          <a:xfrm>
            <a:off x="8641080" y="340156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no servidor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6720840" y="4023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Express.js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8641080" y="402336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e servidores web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6720840" y="46451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React Native</a:t>
            </a:r>
            <a:endParaRPr lang="en-US" sz="1620" dirty="0"/>
          </a:p>
        </p:txBody>
      </p:sp>
      <p:sp>
        <p:nvSpPr>
          <p:cNvPr id="19" name="Text 16"/>
          <p:cNvSpPr/>
          <p:nvPr/>
        </p:nvSpPr>
        <p:spPr>
          <a:xfrm>
            <a:off x="8641080" y="464515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Aplicativos móveis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6720840" y="55595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força do JavaScript está no ecossistema: muitas ferramentas prontas para diferentes tipos de projeto.</a:t>
            </a:r>
            <a:endParaRPr lang="en-US" sz="1580" dirty="0"/>
          </a:p>
        </p:txBody>
      </p:sp>
      <p:sp>
        <p:nvSpPr>
          <p:cNvPr id="21" name="Text 18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Vantagens e desvantagens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ADA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toda linguagem, JavaScript tem pontos fortes e desafios.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14813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DF1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Vantagens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32688" y="1993392"/>
            <a:ext cx="448056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popular e presente no mercado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Fácil para começar a aprender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 nos principais navegadores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Usado no frontend e no backend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Muitas bibliotecas e frameworks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70448" y="1417320"/>
            <a:ext cx="0" cy="434340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4813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DF1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Desvantagens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510528" y="1993392"/>
            <a:ext cx="457200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Tipagem dinâmica pode gerar erros inesperados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Projetos grandes exigem boas práticas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Problemas de segurança quando mal usado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 depender de diferenças entre ambientes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de erro podem confundir iniciantes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Empresas e curiosidades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aparece em produtos usados por milhões de pessoas.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1408176"/>
            <a:ext cx="5577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 citadas no repositório que usam JavaScript: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822960" y="199339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8483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40280" y="199339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208483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Meta/Facebook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199339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208483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99339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208483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67919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77063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40280" y="267919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0008" y="277063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267919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277063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Airbnb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267919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277063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PayPal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1481328"/>
            <a:ext cx="4343400" cy="3703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7830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Curiosidades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7022592" y="2377440"/>
            <a:ext cx="36118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Foi criado em poucos dias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Já se chamou Mocha e LiveScript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Apesar do nome, não é a mesma linguagem que Java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uma das principais linguagens da web moderna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041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Mercado de trabalho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41248" y="4480560"/>
            <a:ext cx="5440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ser usado em muitas áreas, JavaScript é uma linguagem importante para quem deseja atuar com tecnologia.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Divisão das tarefas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 do grupo com base na metodologia ágil.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647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Mauricio Fontoura Yamasaki Junior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4617720" y="1764792"/>
            <a:ext cx="6446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História do JavaScript, criador, contexto de criação, características e diferença entre JavaScript e Java.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777240" y="2916936"/>
            <a:ext cx="10698480" cy="9144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81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Mateus Albuquerque Leite Aires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4617720" y="3081528"/>
            <a:ext cx="6446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 de código, uso no frontend, uso no backend com Node.js e áreas de aplicação.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777240" y="4233672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Luis Felipe Vasconcelos Franco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4617720" y="4398264"/>
            <a:ext cx="6446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Vantagens, desvantagens, empresas que utilizam, curiosidades e contribuição na conclusão.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005840" y="59253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divisão ajuda a acompanhar responsabilidades, prazos e evolução da pesquisa.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Conclusão e fontes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ADA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é essencial para o desenvolvimento web moderno.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DF1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Conclusão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04672" y="1874520"/>
            <a:ext cx="534924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se destaca por sua versatilidade, popularidade e grande quantidade de ferramentas. Com ele, é possível desenvolver desde páginas simples até aplicações completas no navegador e no servidor.</a:t>
            </a:r>
            <a:endParaRPr lang="en-US" sz="1920" dirty="0"/>
          </a:p>
        </p:txBody>
      </p:sp>
      <p:sp>
        <p:nvSpPr>
          <p:cNvPr id="8" name="Text 6"/>
          <p:cNvSpPr/>
          <p:nvPr/>
        </p:nvSpPr>
        <p:spPr>
          <a:xfrm>
            <a:off x="649224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DF1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Fontes de pesquisa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37960" y="1901952"/>
            <a:ext cx="4617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 GitHub: Mauromjr/Pesquisa-Javascript</a:t>
            </a:r>
            <a:endParaRPr lang="en-US" sz="1420" dirty="0"/>
          </a:p>
          <a:p>
            <a:r>
              <a:rPr lang="en-US" sz="14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MDN Web Docs - JavaScript Guide</a:t>
            </a:r>
            <a:endParaRPr lang="en-US" sz="1420" dirty="0"/>
          </a:p>
          <a:p>
            <a:r>
              <a:rPr lang="en-US" sz="14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- documentação oficial</a:t>
            </a:r>
            <a:endParaRPr lang="en-US" sz="1420" dirty="0"/>
          </a:p>
          <a:p>
            <a:r>
              <a:rPr lang="en-US" sz="14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React.dev - documentação oficial</a:t>
            </a:r>
            <a:endParaRPr lang="en-US" sz="1420" dirty="0"/>
          </a:p>
          <a:p>
            <a:r>
              <a:rPr lang="en-US" sz="14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ECMA-262 - especificação ECMAScript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04672" y="4251960"/>
            <a:ext cx="10607040" cy="2743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800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04672" y="55046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sobre JavaScript - UNIESP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- JavaScript | Metodologia Ágil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UNIESP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Pesquisa - JavaScript</dc:title>
  <dc:subject>Pesquisa sobre JavaScript</dc:subject>
  <dc:creator>OpenAI</dc:creator>
  <cp:lastModifiedBy>OpenAI</cp:lastModifiedBy>
  <cp:revision>1</cp:revision>
  <dcterms:created xsi:type="dcterms:W3CDTF">2026-06-01T22:07:21Z</dcterms:created>
  <dcterms:modified xsi:type="dcterms:W3CDTF">2026-06-01T22:07:21Z</dcterms:modified>
</cp:coreProperties>
</file>